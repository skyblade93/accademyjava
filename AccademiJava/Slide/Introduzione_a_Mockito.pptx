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C4ADB1-247E-40AF-8D35-7B67FC119A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della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Secondo livello struttura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Terzo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Sesto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Settimo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A0C68D-F4D3-451F-8337-B5BE4C562C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E79842-6333-4BB2-9BF4-6BFBC09356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0FC725-24FB-4804-BEB8-220A1D00C6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36B37D-776C-40D6-87BB-92E8FE58AB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08A837-CEB4-4417-8ABC-793B751880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2CB56A-CE41-43DF-86F1-85A84263CC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F863C8-C69D-4202-9B6B-7086FAB7E8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A904EB-0F6B-4548-B196-35C2F5B471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6E57E7-0886-4E29-BBA4-489604B293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della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Terzo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Sesto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Settimo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5AC149-CFC4-4BF6-9874-DF11739149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Introduzione a Mockito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Una panoramica sul framework di mocking per i test unitari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Cos'è Mockito?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Mockito è un framework Java per il mocking di oggetti nelle unit test. Permette di simulare il comportamento di oggetti dipendenti senza doverli realmente istanziare.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Perché usare Mockito?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Isolare le unità di codice da testare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Simulare comportamenti complessi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Evitare dipendenze reali in test unitari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Installazione di Mockito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Aggiungere la dipendenza nel progetto Maven: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&lt;dependency&gt;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&lt;groupId&gt;org.mockito&lt;/groupId&gt;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&lt;artifactId&gt;mockito-core&lt;/artifactId&gt;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&lt;version&gt;4.0.0&lt;/version&gt;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&lt;scope&gt;test&lt;/scope&gt;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&lt;/dependency&gt;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 si usa Gradle: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dependencies {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testImplementation 'org.mockito:mockito-core:4.0.0'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Creazione di un Mock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 creare un oggetto mock: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import static org.mockito.Mockito.*;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List&lt;String&gt; mockList = mock(List.class);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mockList.add("Hello");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verify(mockList).add("Hello");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Stubbing con Mockito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Esempio di stubbing: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when(mockList.get(0)).thenReturn("Mockito");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System.out.println(mockList.get(0)); // Output: Mockito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Verifica delle chiamate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Verifica che un metodo sia stato chiamato: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verify(mockList).get(0);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Verifica che un metodo non sia stato chiamato: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verify(mockList, never()).clear();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Mock di una classe personalizzata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81600"/>
            <a:ext cx="8229240" cy="48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class Service {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String getData() {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return "Real Data";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Service mockService = mock(Service.class);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when(mockService.getData()).thenReturn("Mock Data");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System.out.println(mockService.getData()); // Output: Mock Data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Uso di @Mock e @InjectMocks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@RunWith(MockitoJUnitRunner.class)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 class TestService {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@Mock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private Repository repository;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@InjectMocks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private Service service;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@Test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public void testGetData() {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when(repository.fetchData()).thenReturn("Mock Data");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assertEquals("Mock Data", service.getData());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253880"/>
            <a:ext cx="8229240" cy="469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Mockito è un potente strumento per scrivere test unitari isolati e affidabili. Le sue funzionalità principali includono: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Creazione di mock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Stubbing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Verifica delle chiamate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Iniezione di mock con `@InjectMocks`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Può essere combinato con JUnit per scrivere test efficaci e veloci.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LibreOffice/25.8.5.2$Windows_X86_64 LibreOffice_project/9c8b85f387cc00a89945a79c9e6239f32e450ac2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>Steve Canny</cp:lastModifiedBy>
  <dcterms:modified xsi:type="dcterms:W3CDTF">2026-03-31T08:01:07Z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Presentazione su schermo (4:3)</vt:lpwstr>
  </property>
  <property fmtid="{D5CDD505-2E9C-101B-9397-08002B2CF9AE}" pid="3" name="Slides">
    <vt:i4>10</vt:i4>
  </property>
</Properties>
</file>